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15B06-A6F7-4C49-ABBD-D1F3613C1B2D}" v="457" dt="2026-09-23T17:43:47.343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ndana Bathula" userId="80e217469fee34bf" providerId="Windows Live" clId="Web-{6DC15B06-A6F7-4C49-ABBD-D1F3613C1B2D}"/>
    <pc:docChg chg="delSld modSld">
      <pc:chgData name="Spandana Bathula" userId="80e217469fee34bf" providerId="Windows Live" clId="Web-{6DC15B06-A6F7-4C49-ABBD-D1F3613C1B2D}" dt="2026-09-23T17:43:47.343" v="363" actId="20577"/>
      <pc:docMkLst>
        <pc:docMk/>
      </pc:docMkLst>
      <pc:sldChg chg="delSp modSp">
        <pc:chgData name="Spandana Bathula" userId="80e217469fee34bf" providerId="Windows Live" clId="Web-{6DC15B06-A6F7-4C49-ABBD-D1F3613C1B2D}" dt="2026-09-23T17:40:31.216" v="359"/>
        <pc:sldMkLst>
          <pc:docMk/>
          <pc:sldMk cId="952317876" sldId="291"/>
        </pc:sldMkLst>
        <pc:spChg chg="del mod">
          <ac:chgData name="Spandana Bathula" userId="80e217469fee34bf" providerId="Windows Live" clId="Web-{6DC15B06-A6F7-4C49-ABBD-D1F3613C1B2D}" dt="2026-09-23T17:38:33.652" v="242"/>
          <ac:spMkLst>
            <pc:docMk/>
            <pc:sldMk cId="952317876" sldId="291"/>
            <ac:spMk id="3" creationId="{B0B023FA-CFEB-ACE9-8425-7E72E307CDC5}"/>
          </ac:spMkLst>
        </pc:spChg>
        <pc:spChg chg="mod">
          <ac:chgData name="Spandana Bathula" userId="80e217469fee34bf" providerId="Windows Live" clId="Web-{6DC15B06-A6F7-4C49-ABBD-D1F3613C1B2D}" dt="2026-09-23T15:21:27.999" v="6" actId="20577"/>
          <ac:spMkLst>
            <pc:docMk/>
            <pc:sldMk cId="952317876" sldId="291"/>
            <ac:spMk id="4" creationId="{A828B9EF-C084-F5D4-CA27-75AF7D995640}"/>
          </ac:spMkLst>
        </pc:spChg>
        <pc:spChg chg="mod">
          <ac:chgData name="Spandana Bathula" userId="80e217469fee34bf" providerId="Windows Live" clId="Web-{6DC15B06-A6F7-4C49-ABBD-D1F3613C1B2D}" dt="2026-09-23T15:20:23.793" v="2" actId="20577"/>
          <ac:spMkLst>
            <pc:docMk/>
            <pc:sldMk cId="952317876" sldId="291"/>
            <ac:spMk id="7" creationId="{3D723CA3-EC2D-165A-F109-3759C4E9C8A4}"/>
          </ac:spMkLst>
        </pc:spChg>
        <pc:graphicFrameChg chg="mod modGraphic">
          <ac:chgData name="Spandana Bathula" userId="80e217469fee34bf" providerId="Windows Live" clId="Web-{6DC15B06-A6F7-4C49-ABBD-D1F3613C1B2D}" dt="2026-09-23T17:39:02.480" v="358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mod">
          <ac:chgData name="Spandana Bathula" userId="80e217469fee34bf" providerId="Windows Live" clId="Web-{6DC15B06-A6F7-4C49-ABBD-D1F3613C1B2D}" dt="2026-09-23T17:40:31.216" v="359"/>
          <ac:picMkLst>
            <pc:docMk/>
            <pc:sldMk cId="952317876" sldId="291"/>
            <ac:picMk id="98" creationId="{00000000-0000-0000-0000-000000000000}"/>
          </ac:picMkLst>
        </pc:picChg>
      </pc:sldChg>
      <pc:sldChg chg="modSp">
        <pc:chgData name="Spandana Bathula" userId="80e217469fee34bf" providerId="Windows Live" clId="Web-{6DC15B06-A6F7-4C49-ABBD-D1F3613C1B2D}" dt="2026-09-23T15:55:57.152" v="22" actId="20577"/>
        <pc:sldMkLst>
          <pc:docMk/>
          <pc:sldMk cId="261653373" sldId="292"/>
        </pc:sldMkLst>
        <pc:spChg chg="mod">
          <ac:chgData name="Spandana Bathula" userId="80e217469fee34bf" providerId="Windows Live" clId="Web-{6DC15B06-A6F7-4C49-ABBD-D1F3613C1B2D}" dt="2026-09-23T15:55:57.152" v="22" actId="20577"/>
          <ac:spMkLst>
            <pc:docMk/>
            <pc:sldMk cId="261653373" sldId="292"/>
            <ac:spMk id="2" creationId="{C6F6745E-14BA-0766-CE1E-32E29663832D}"/>
          </ac:spMkLst>
        </pc:spChg>
      </pc:sldChg>
      <pc:sldChg chg="modSp">
        <pc:chgData name="Spandana Bathula" userId="80e217469fee34bf" providerId="Windows Live" clId="Web-{6DC15B06-A6F7-4C49-ABBD-D1F3613C1B2D}" dt="2026-09-23T16:10:00.135" v="62" actId="20577"/>
        <pc:sldMkLst>
          <pc:docMk/>
          <pc:sldMk cId="619459906" sldId="293"/>
        </pc:sldMkLst>
        <pc:spChg chg="mod">
          <ac:chgData name="Spandana Bathula" userId="80e217469fee34bf" providerId="Windows Live" clId="Web-{6DC15B06-A6F7-4C49-ABBD-D1F3613C1B2D}" dt="2026-09-23T16:10:00.135" v="62" actId="20577"/>
          <ac:spMkLst>
            <pc:docMk/>
            <pc:sldMk cId="619459906" sldId="293"/>
            <ac:spMk id="2" creationId="{4A1BF701-ABCA-4DF0-8330-B6AF71EF8E39}"/>
          </ac:spMkLst>
        </pc:spChg>
      </pc:sldChg>
      <pc:sldChg chg="modSp">
        <pc:chgData name="Spandana Bathula" userId="80e217469fee34bf" providerId="Windows Live" clId="Web-{6DC15B06-A6F7-4C49-ABBD-D1F3613C1B2D}" dt="2026-09-23T16:10:43.855" v="82" actId="20577"/>
        <pc:sldMkLst>
          <pc:docMk/>
          <pc:sldMk cId="443603904" sldId="294"/>
        </pc:sldMkLst>
        <pc:spChg chg="mod">
          <ac:chgData name="Spandana Bathula" userId="80e217469fee34bf" providerId="Windows Live" clId="Web-{6DC15B06-A6F7-4C49-ABBD-D1F3613C1B2D}" dt="2026-09-23T16:10:43.855" v="82" actId="20577"/>
          <ac:spMkLst>
            <pc:docMk/>
            <pc:sldMk cId="443603904" sldId="294"/>
            <ac:spMk id="3" creationId="{4A7608B5-9906-EFCF-959A-E89FC2E3EE19}"/>
          </ac:spMkLst>
        </pc:spChg>
      </pc:sldChg>
      <pc:sldChg chg="addSp delSp modSp">
        <pc:chgData name="Spandana Bathula" userId="80e217469fee34bf" providerId="Windows Live" clId="Web-{6DC15B06-A6F7-4C49-ABBD-D1F3613C1B2D}" dt="2026-09-23T16:17:51.855" v="165" actId="20577"/>
        <pc:sldMkLst>
          <pc:docMk/>
          <pc:sldMk cId="3114963633" sldId="295"/>
        </pc:sldMkLst>
        <pc:spChg chg="mod">
          <ac:chgData name="Spandana Bathula" userId="80e217469fee34bf" providerId="Windows Live" clId="Web-{6DC15B06-A6F7-4C49-ABBD-D1F3613C1B2D}" dt="2026-09-23T16:17:51.855" v="165" actId="20577"/>
          <ac:spMkLst>
            <pc:docMk/>
            <pc:sldMk cId="3114963633" sldId="295"/>
            <ac:spMk id="2" creationId="{9BB86949-7ED1-C43B-B1E3-5122BB67A596}"/>
          </ac:spMkLst>
        </pc:spChg>
        <pc:picChg chg="add del mod">
          <ac:chgData name="Spandana Bathula" userId="80e217469fee34bf" providerId="Windows Live" clId="Web-{6DC15B06-A6F7-4C49-ABBD-D1F3613C1B2D}" dt="2026-09-23T16:13:37.314" v="86"/>
          <ac:picMkLst>
            <pc:docMk/>
            <pc:sldMk cId="3114963633" sldId="295"/>
            <ac:picMk id="3" creationId="{C86E991C-1A28-3182-EEDB-784A8ACEAB37}"/>
          </ac:picMkLst>
        </pc:picChg>
        <pc:picChg chg="mod">
          <ac:chgData name="Spandana Bathula" userId="80e217469fee34bf" providerId="Windows Live" clId="Web-{6DC15B06-A6F7-4C49-ABBD-D1F3613C1B2D}" dt="2026-09-23T16:14:01.815" v="87"/>
          <ac:picMkLst>
            <pc:docMk/>
            <pc:sldMk cId="3114963633" sldId="295"/>
            <ac:picMk id="5" creationId="{61F38907-89DE-28F7-316F-44E7DAB9309E}"/>
          </ac:picMkLst>
        </pc:picChg>
      </pc:sldChg>
      <pc:sldChg chg="modSp">
        <pc:chgData name="Spandana Bathula" userId="80e217469fee34bf" providerId="Windows Live" clId="Web-{6DC15B06-A6F7-4C49-ABBD-D1F3613C1B2D}" dt="2026-09-23T16:20:13.735" v="166"/>
        <pc:sldMkLst>
          <pc:docMk/>
          <pc:sldMk cId="1316545553" sldId="296"/>
        </pc:sldMkLst>
        <pc:picChg chg="mod">
          <ac:chgData name="Spandana Bathula" userId="80e217469fee34bf" providerId="Windows Live" clId="Web-{6DC15B06-A6F7-4C49-ABBD-D1F3613C1B2D}" dt="2026-09-23T16:20:13.735" v="166"/>
          <ac:picMkLst>
            <pc:docMk/>
            <pc:sldMk cId="1316545553" sldId="296"/>
            <ac:picMk id="5" creationId="{5DC7512A-0AA7-CC22-D1D2-C738BF12660E}"/>
          </ac:picMkLst>
        </pc:picChg>
      </pc:sldChg>
      <pc:sldChg chg="modSp">
        <pc:chgData name="Spandana Bathula" userId="80e217469fee34bf" providerId="Windows Live" clId="Web-{6DC15B06-A6F7-4C49-ABBD-D1F3613C1B2D}" dt="2026-09-23T16:21:54.332" v="167"/>
        <pc:sldMkLst>
          <pc:docMk/>
          <pc:sldMk cId="232371894" sldId="297"/>
        </pc:sldMkLst>
        <pc:picChg chg="mod">
          <ac:chgData name="Spandana Bathula" userId="80e217469fee34bf" providerId="Windows Live" clId="Web-{6DC15B06-A6F7-4C49-ABBD-D1F3613C1B2D}" dt="2026-09-23T16:21:54.332" v="167"/>
          <ac:picMkLst>
            <pc:docMk/>
            <pc:sldMk cId="232371894" sldId="297"/>
            <ac:picMk id="5" creationId="{433A290A-6680-D490-E6D4-9336496B1C34}"/>
          </ac:picMkLst>
        </pc:picChg>
      </pc:sldChg>
      <pc:sldChg chg="del">
        <pc:chgData name="Spandana Bathula" userId="80e217469fee34bf" providerId="Windows Live" clId="Web-{6DC15B06-A6F7-4C49-ABBD-D1F3613C1B2D}" dt="2026-09-23T17:40:55.044" v="360"/>
        <pc:sldMkLst>
          <pc:docMk/>
          <pc:sldMk cId="445195169" sldId="298"/>
        </pc:sldMkLst>
      </pc:sldChg>
      <pc:sldChg chg="modSp">
        <pc:chgData name="Spandana Bathula" userId="80e217469fee34bf" providerId="Windows Live" clId="Web-{6DC15B06-A6F7-4C49-ABBD-D1F3613C1B2D}" dt="2026-09-23T16:29:03.941" v="170" actId="20577"/>
        <pc:sldMkLst>
          <pc:docMk/>
          <pc:sldMk cId="4000696967" sldId="299"/>
        </pc:sldMkLst>
        <pc:spChg chg="mod">
          <ac:chgData name="Spandana Bathula" userId="80e217469fee34bf" providerId="Windows Live" clId="Web-{6DC15B06-A6F7-4C49-ABBD-D1F3613C1B2D}" dt="2026-09-23T16:29:03.941" v="170" actId="20577"/>
          <ac:spMkLst>
            <pc:docMk/>
            <pc:sldMk cId="4000696967" sldId="299"/>
            <ac:spMk id="3" creationId="{322462E8-EB3A-DA7D-44CB-4E757803A755}"/>
          </ac:spMkLst>
        </pc:spChg>
      </pc:sldChg>
      <pc:sldChg chg="del">
        <pc:chgData name="Spandana Bathula" userId="80e217469fee34bf" providerId="Windows Live" clId="Web-{6DC15B06-A6F7-4C49-ABBD-D1F3613C1B2D}" dt="2026-09-23T17:41:00.888" v="361"/>
        <pc:sldMkLst>
          <pc:docMk/>
          <pc:sldMk cId="893417001" sldId="300"/>
        </pc:sldMkLst>
      </pc:sldChg>
      <pc:sldChg chg="modSp">
        <pc:chgData name="Spandana Bathula" userId="80e217469fee34bf" providerId="Windows Live" clId="Web-{6DC15B06-A6F7-4C49-ABBD-D1F3613C1B2D}" dt="2026-09-23T16:29:58.677" v="171"/>
        <pc:sldMkLst>
          <pc:docMk/>
          <pc:sldMk cId="1429961814" sldId="301"/>
        </pc:sldMkLst>
        <pc:picChg chg="mod">
          <ac:chgData name="Spandana Bathula" userId="80e217469fee34bf" providerId="Windows Live" clId="Web-{6DC15B06-A6F7-4C49-ABBD-D1F3613C1B2D}" dt="2026-09-23T16:29:58.677" v="171"/>
          <ac:picMkLst>
            <pc:docMk/>
            <pc:sldMk cId="1429961814" sldId="301"/>
            <ac:picMk id="4" creationId="{E430EE8C-8F89-5938-483F-00452050511A}"/>
          </ac:picMkLst>
        </pc:picChg>
      </pc:sldChg>
      <pc:sldChg chg="modSp">
        <pc:chgData name="Spandana Bathula" userId="80e217469fee34bf" providerId="Windows Live" clId="Web-{6DC15B06-A6F7-4C49-ABBD-D1F3613C1B2D}" dt="2026-09-23T16:37:41.240" v="173"/>
        <pc:sldMkLst>
          <pc:docMk/>
          <pc:sldMk cId="3585092305" sldId="302"/>
        </pc:sldMkLst>
        <pc:picChg chg="mod">
          <ac:chgData name="Spandana Bathula" userId="80e217469fee34bf" providerId="Windows Live" clId="Web-{6DC15B06-A6F7-4C49-ABBD-D1F3613C1B2D}" dt="2026-09-23T16:37:41.240" v="173"/>
          <ac:picMkLst>
            <pc:docMk/>
            <pc:sldMk cId="3585092305" sldId="302"/>
            <ac:picMk id="5" creationId="{146B9DE6-C4BB-B81B-528A-B8789445C3FE}"/>
          </ac:picMkLst>
        </pc:picChg>
      </pc:sldChg>
      <pc:sldChg chg="modSp">
        <pc:chgData name="Spandana Bathula" userId="80e217469fee34bf" providerId="Windows Live" clId="Web-{6DC15B06-A6F7-4C49-ABBD-D1F3613C1B2D}" dt="2026-09-23T16:39:30.025" v="174"/>
        <pc:sldMkLst>
          <pc:docMk/>
          <pc:sldMk cId="2601907186" sldId="303"/>
        </pc:sldMkLst>
        <pc:picChg chg="mod">
          <ac:chgData name="Spandana Bathula" userId="80e217469fee34bf" providerId="Windows Live" clId="Web-{6DC15B06-A6F7-4C49-ABBD-D1F3613C1B2D}" dt="2026-09-23T16:39:30.025" v="174"/>
          <ac:picMkLst>
            <pc:docMk/>
            <pc:sldMk cId="2601907186" sldId="303"/>
            <ac:picMk id="4" creationId="{BA6C1B5E-405A-0E58-2397-353A88D82B9B}"/>
          </ac:picMkLst>
        </pc:picChg>
      </pc:sldChg>
      <pc:sldChg chg="modSp">
        <pc:chgData name="Spandana Bathula" userId="80e217469fee34bf" providerId="Windows Live" clId="Web-{6DC15B06-A6F7-4C49-ABBD-D1F3613C1B2D}" dt="2026-09-23T16:43:29.346" v="206" actId="20577"/>
        <pc:sldMkLst>
          <pc:docMk/>
          <pc:sldMk cId="2325282270" sldId="304"/>
        </pc:sldMkLst>
        <pc:spChg chg="mod">
          <ac:chgData name="Spandana Bathula" userId="80e217469fee34bf" providerId="Windows Live" clId="Web-{6DC15B06-A6F7-4C49-ABBD-D1F3613C1B2D}" dt="2026-09-23T16:43:29.346" v="206" actId="20577"/>
          <ac:spMkLst>
            <pc:docMk/>
            <pc:sldMk cId="2325282270" sldId="304"/>
            <ac:spMk id="3" creationId="{ED65F54F-855A-0DB6-09A6-3212C5F7405B}"/>
          </ac:spMkLst>
        </pc:spChg>
      </pc:sldChg>
      <pc:sldChg chg="modSp">
        <pc:chgData name="Spandana Bathula" userId="80e217469fee34bf" providerId="Windows Live" clId="Web-{6DC15B06-A6F7-4C49-ABBD-D1F3613C1B2D}" dt="2026-09-23T17:43:47.343" v="363" actId="20577"/>
        <pc:sldMkLst>
          <pc:docMk/>
          <pc:sldMk cId="4040412275" sldId="305"/>
        </pc:sldMkLst>
        <pc:spChg chg="mod">
          <ac:chgData name="Spandana Bathula" userId="80e217469fee34bf" providerId="Windows Live" clId="Web-{6DC15B06-A6F7-4C49-ABBD-D1F3613C1B2D}" dt="2026-09-23T17:43:47.343" v="363" actId="20577"/>
          <ac:spMkLst>
            <pc:docMk/>
            <pc:sldMk cId="4040412275" sldId="305"/>
            <ac:spMk id="279" creationId="{3711AF54-94A6-B837-31EF-9A8C4ECB9AF6}"/>
          </ac:spMkLst>
        </pc:spChg>
      </pc:sldChg>
      <pc:sldChg chg="modSp">
        <pc:chgData name="Spandana Bathula" userId="80e217469fee34bf" providerId="Windows Live" clId="Web-{6DC15B06-A6F7-4C49-ABBD-D1F3613C1B2D}" dt="2026-09-23T16:53:40.711" v="233" actId="20577"/>
        <pc:sldMkLst>
          <pc:docMk/>
          <pc:sldMk cId="740028465" sldId="306"/>
        </pc:sldMkLst>
        <pc:spChg chg="mod">
          <ac:chgData name="Spandana Bathula" userId="80e217469fee34bf" providerId="Windows Live" clId="Web-{6DC15B06-A6F7-4C49-ABBD-D1F3613C1B2D}" dt="2026-09-23T16:53:40.711" v="233" actId="20577"/>
          <ac:spMkLst>
            <pc:docMk/>
            <pc:sldMk cId="740028465" sldId="306"/>
            <ac:spMk id="279" creationId="{EAFA16CB-0A72-5AC5-69A0-ABF4A752B43F}"/>
          </ac:spMkLst>
        </pc:spChg>
      </pc:sldChg>
      <pc:sldChg chg="modSp">
        <pc:chgData name="Spandana Bathula" userId="80e217469fee34bf" providerId="Windows Live" clId="Web-{6DC15B06-A6F7-4C49-ABBD-D1F3613C1B2D}" dt="2026-09-23T17:01:46.494" v="237"/>
        <pc:sldMkLst>
          <pc:docMk/>
          <pc:sldMk cId="2833482715" sldId="307"/>
        </pc:sldMkLst>
        <pc:picChg chg="mod">
          <ac:chgData name="Spandana Bathula" userId="80e217469fee34bf" providerId="Windows Live" clId="Web-{6DC15B06-A6F7-4C49-ABBD-D1F3613C1B2D}" dt="2026-09-23T17:01:46.494" v="237"/>
          <ac:picMkLst>
            <pc:docMk/>
            <pc:sldMk cId="2833482715" sldId="307"/>
            <ac:picMk id="4" creationId="{AD88C341-1F2F-9B6F-593F-2917E7E23DCB}"/>
          </ac:picMkLst>
        </pc:picChg>
      </pc:sldChg>
      <pc:sldChg chg="modSp">
        <pc:chgData name="Spandana Bathula" userId="80e217469fee34bf" providerId="Windows Live" clId="Web-{6DC15B06-A6F7-4C49-ABBD-D1F3613C1B2D}" dt="2026-09-23T17:02:33.386" v="238"/>
        <pc:sldMkLst>
          <pc:docMk/>
          <pc:sldMk cId="4175177701" sldId="308"/>
        </pc:sldMkLst>
        <pc:picChg chg="mod">
          <ac:chgData name="Spandana Bathula" userId="80e217469fee34bf" providerId="Windows Live" clId="Web-{6DC15B06-A6F7-4C49-ABBD-D1F3613C1B2D}" dt="2026-09-23T17:02:33.386" v="238"/>
          <ac:picMkLst>
            <pc:docMk/>
            <pc:sldMk cId="4175177701" sldId="308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pp22csspandanarb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339013278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Spandana R Bathula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hlinkClick r:id="rId3"/>
                        </a:rPr>
                        <a:t>vpp22csspandanarb@gmail.com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8105972071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 descr="A person wearing glasses and a suit&#10;&#10;AI-generated content may be incorrect.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4125669" y="3738417"/>
            <a:ext cx="617209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Domain of  Project – Generative AI / Food &amp; Nutrition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Project Tile – Recipe RAG Assistant – An Intelligent </a:t>
            </a:r>
            <a:r>
              <a:rPr lang="en-US" sz="2400" b="1" dirty="0">
                <a:sym typeface="Times New Roman"/>
              </a:rPr>
              <a:t>Document Q&amp;A Recipe Generator</a:t>
            </a:r>
            <a:endParaRPr lang="en-IN" sz="2400" b="1" dirty="0">
              <a:highlight>
                <a:srgbClr val="FFFF00"/>
              </a:highlight>
            </a:endParaRP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Problem Statement :Recipe RAG Assistant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r>
              <a:rPr lang="en-US" dirty="0"/>
              <a:t>Finding suitable recipes can be difficult when users have </a:t>
            </a:r>
            <a:r>
              <a:rPr lang="en-US" b="1" dirty="0"/>
              <a:t>dietary restrictions, limited ingredients, cuisine preferences, and time constraints</a:t>
            </a:r>
            <a:r>
              <a:rPr lang="en-US" dirty="0"/>
              <a:t>. Recipe information is often scattered across different sources and documents. Without </a:t>
            </a:r>
            <a:r>
              <a:rPr lang="en-US" b="1" dirty="0"/>
              <a:t>personalized and context-aware guidance</a:t>
            </a:r>
            <a:r>
              <a:rPr lang="en-US" dirty="0"/>
              <a:t>, users spend time searching and manually adapting recipes to their needs.</a:t>
            </a:r>
          </a:p>
          <a:p>
            <a:endParaRPr lang="en-US" dirty="0"/>
          </a:p>
          <a:p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US" dirty="0"/>
              <a:t>Build an </a:t>
            </a:r>
            <a:r>
              <a:rPr lang="en-US" b="1" dirty="0"/>
              <a:t>AI-powered Recipe RAG Assistant</a:t>
            </a:r>
            <a:r>
              <a:rPr lang="en-US" dirty="0"/>
              <a:t> that delivers </a:t>
            </a:r>
            <a:r>
              <a:rPr lang="en-US" b="1" dirty="0"/>
              <a:t>personalized recipe recommendations and cooking guidance</a:t>
            </a:r>
            <a:r>
              <a:rPr lang="en-US" dirty="0"/>
              <a:t>. The solution should: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Personalized Recipes</a:t>
            </a:r>
            <a:r>
              <a:rPr lang="en-US" dirty="0"/>
              <a:t> – Adapt recipes based on dietary restrictions, ingredients, cuisine, and cooking time.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Recipe RAG Retrieval</a:t>
            </a:r>
            <a:r>
              <a:rPr lang="en-US" dirty="0"/>
              <a:t> – Retrieve relevant information from PDF, TXT, and sample recipe documents.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Conversational Q&amp;A</a:t>
            </a:r>
            <a:r>
              <a:rPr lang="en-US" dirty="0"/>
              <a:t> – Answer natural-language recipe and cooking questions.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Ingredient Substitution</a:t>
            </a:r>
            <a:r>
              <a:rPr lang="en-US" dirty="0"/>
              <a:t> – Suggest alternatives for unavailable ingredients.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Nutrition Insights</a:t>
            </a:r>
            <a:r>
              <a:rPr lang="en-US" dirty="0"/>
              <a:t> – Provide estimated calories and nutritional information.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Shopping List</a:t>
            </a:r>
            <a:r>
              <a:rPr lang="en-US" dirty="0"/>
              <a:t> – Generate a list of ingredients that are not already available.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Source Transparency</a:t>
            </a:r>
            <a:r>
              <a:rPr lang="en-US" dirty="0"/>
              <a:t> – Display the recipe sources used to generate responses. 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RAG Architecture</a:t>
            </a:r>
            <a:r>
              <a:rPr lang="en-US" dirty="0"/>
              <a:t> – Use </a:t>
            </a:r>
            <a:r>
              <a:rPr lang="en-US" b="1" dirty="0"/>
              <a:t>Sentence Transformers + FAISS</a:t>
            </a:r>
            <a:r>
              <a:rPr lang="en-US" dirty="0"/>
              <a:t> for retrieval and </a:t>
            </a:r>
            <a:r>
              <a:rPr lang="en-US" b="1" dirty="0" err="1"/>
              <a:t>Groq</a:t>
            </a:r>
            <a:r>
              <a:rPr lang="en-US" b="1" dirty="0"/>
              <a:t> LLM</a:t>
            </a:r>
            <a:r>
              <a:rPr lang="en-US" dirty="0"/>
              <a:t> for response generation.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4784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endParaRPr lang="en-US" b="1"/>
          </a:p>
          <a:p>
            <a:r>
              <a:rPr lang="en-US" b="1" dirty="0"/>
              <a:t>Proposed Solution: AI-powered Recipe RAG Assistant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The proposed solution is an </a:t>
            </a:r>
            <a:r>
              <a:rPr lang="en-US" b="1" dirty="0"/>
              <a:t>AI-powered Recipe RAG Assistant</a:t>
            </a:r>
            <a:r>
              <a:rPr lang="en-US" dirty="0"/>
              <a:t> built using </a:t>
            </a:r>
            <a:r>
              <a:rPr lang="en-US" b="1" dirty="0" err="1"/>
              <a:t>Streamlit</a:t>
            </a:r>
            <a:r>
              <a:rPr lang="en-US" b="1" dirty="0"/>
              <a:t>, FAISS, Sentence Transformers, and </a:t>
            </a:r>
            <a:r>
              <a:rPr lang="en-US" b="1" dirty="0" err="1"/>
              <a:t>Groq</a:t>
            </a:r>
            <a:r>
              <a:rPr lang="en-US" b="1" dirty="0"/>
              <a:t> LLM</a:t>
            </a:r>
            <a:r>
              <a:rPr lang="en-US" dirty="0"/>
              <a:t> to provide personalized, context-aware recipe recommendations. The system addresses challenges in recipe discovery, dietary preferences, ingredient availability, and cooking-time constraints through an intelligent RAG architecture.</a:t>
            </a:r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 pipeline</a:t>
            </a:r>
            <a:r>
              <a:rPr lang="en-US" dirty="0"/>
              <a:t> to retrieve relevant recipe information from uploaded </a:t>
            </a:r>
            <a:r>
              <a:rPr lang="en-US" b="1" dirty="0"/>
              <a:t>PDF/TXT files and preloaded recipe documents</a:t>
            </a:r>
            <a:r>
              <a:rPr lang="en-US" dirty="0"/>
              <a:t>. The recipe data is converted into embeddings using </a:t>
            </a:r>
            <a:r>
              <a:rPr lang="en-US" b="1" dirty="0"/>
              <a:t>all-MiniLM-L6-v2</a:t>
            </a:r>
            <a:r>
              <a:rPr lang="en-US" dirty="0"/>
              <a:t> and stored in a local </a:t>
            </a:r>
            <a:r>
              <a:rPr lang="en-US" b="1" dirty="0"/>
              <a:t>FAISS vector store</a:t>
            </a:r>
            <a:r>
              <a:rPr lang="en-US" dirty="0"/>
              <a:t>, enabling efficient semantic retrieval.</a:t>
            </a:r>
          </a:p>
          <a:p>
            <a:r>
              <a:rPr lang="en-US" dirty="0"/>
              <a:t>The system provides key capabilities:</a:t>
            </a:r>
          </a:p>
          <a:p>
            <a:r>
              <a:rPr lang="en-US" b="1" dirty="0"/>
              <a:t>Recipe Retrieval</a:t>
            </a:r>
            <a:r>
              <a:rPr lang="en-US" dirty="0"/>
              <a:t> retrieves relevant recipe information based on the user's natural-language query.</a:t>
            </a:r>
          </a:p>
          <a:p>
            <a:r>
              <a:rPr lang="en-US" b="1" dirty="0"/>
              <a:t>Personalization Layer</a:t>
            </a:r>
            <a:r>
              <a:rPr lang="en-US" dirty="0"/>
              <a:t> adapts recipes according to dietary restrictions, available ingredients, cuisine preferences, and maximum cooking time.</a:t>
            </a:r>
          </a:p>
          <a:p>
            <a:r>
              <a:rPr lang="en-US" b="1" dirty="0"/>
              <a:t>Conversational Q&amp;A</a:t>
            </a:r>
            <a:r>
              <a:rPr lang="en-US" dirty="0"/>
              <a:t> allows users to interact with the assistant through a chat interface and receive context-aware recipe recommendations.</a:t>
            </a:r>
          </a:p>
          <a:p>
            <a:r>
              <a:rPr lang="en-US" b="1" dirty="0"/>
              <a:t>Ingredient &amp; Nutrition Assistant</a:t>
            </a:r>
            <a:r>
              <a:rPr lang="en-US" dirty="0"/>
              <a:t> suggests ingredient substitutions, provides estimated nutrition information, and identifies missing ingredients.</a:t>
            </a:r>
          </a:p>
          <a:p>
            <a:r>
              <a:rPr lang="en-US" dirty="0"/>
              <a:t>The solution also generates a </a:t>
            </a:r>
            <a:r>
              <a:rPr lang="en-US" b="1" dirty="0"/>
              <a:t>user-friendly structured response</a:t>
            </a:r>
            <a:r>
              <a:rPr lang="en-US" dirty="0"/>
              <a:t> containing step-by-step instructions, substitutions, nutrition information, an automatic shopping list, and the retrieved recipe sources.</a:t>
            </a:r>
          </a:p>
          <a:p>
            <a:r>
              <a:rPr lang="en-US" b="1" dirty="0" err="1"/>
              <a:t>Groq's</a:t>
            </a:r>
            <a:r>
              <a:rPr lang="en-US" b="1" dirty="0"/>
              <a:t> </a:t>
            </a:r>
            <a:r>
              <a:rPr lang="en-US" b="1" dirty="0" err="1">
                <a:latin typeface="Consolas"/>
              </a:rPr>
              <a:t>openai</a:t>
            </a:r>
            <a:r>
              <a:rPr lang="en-US" b="1" dirty="0">
                <a:latin typeface="Consolas"/>
              </a:rPr>
              <a:t>/gpt-oss-120b</a:t>
            </a:r>
            <a:r>
              <a:rPr lang="en-US" b="1" dirty="0"/>
              <a:t> model</a:t>
            </a:r>
            <a:r>
              <a:rPr lang="en-US" dirty="0"/>
              <a:t> is used for response generation, while </a:t>
            </a:r>
            <a:r>
              <a:rPr lang="en-US" b="1" dirty="0"/>
              <a:t>Sentence Transformers and FAISS</a:t>
            </a:r>
            <a:r>
              <a:rPr lang="en-US" dirty="0"/>
              <a:t> handle semantic embedding and retrieval.</a:t>
            </a:r>
          </a:p>
          <a:p>
            <a:r>
              <a:rPr lang="en-US" dirty="0"/>
              <a:t>Overall, the solution delivers an </a:t>
            </a:r>
            <a:r>
              <a:rPr lang="en-US" b="1" dirty="0"/>
              <a:t>end-to-end intelligent recipe assistant</a:t>
            </a:r>
            <a:r>
              <a:rPr lang="en-US" dirty="0"/>
              <a:t> that combines document-based knowledge retrieval with personalized AI generation to help users discover and prepare recipes according to their individual needs.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/>
              <a:t>Streamlit</a:t>
            </a:r>
            <a:r>
              <a:rPr lang="en-US" sz="1800" dirty="0"/>
              <a:t> – For building the interactive web application and user-friendly recipe chat interface</a:t>
            </a:r>
            <a:endParaRPr lang="en-US" dirty="0"/>
          </a:p>
          <a:p>
            <a:r>
              <a:rPr lang="en-US" sz="1800" dirty="0"/>
              <a:t>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/>
              <a:t>Groq</a:t>
            </a:r>
            <a:r>
              <a:rPr lang="en-US" sz="1800" b="1" dirty="0"/>
              <a:t> API</a:t>
            </a:r>
            <a:r>
              <a:rPr lang="en-US" sz="1800" dirty="0"/>
              <a:t> – For accessing the </a:t>
            </a:r>
            <a:r>
              <a:rPr lang="en-US" sz="1800" b="1" dirty="0" err="1">
                <a:latin typeface="Consolas"/>
              </a:rPr>
              <a:t>openai</a:t>
            </a:r>
            <a:r>
              <a:rPr lang="en-US" sz="1800" b="1" dirty="0">
                <a:latin typeface="Consolas"/>
              </a:rPr>
              <a:t>/gpt-oss-120b</a:t>
            </a:r>
            <a:r>
              <a:rPr lang="en-US" sz="1800" dirty="0"/>
              <a:t> model to generate personalized and context-aware recipe responses.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Sentence Transformers</a:t>
            </a:r>
            <a:r>
              <a:rPr lang="en-US" sz="1800" dirty="0"/>
              <a:t> – </a:t>
            </a:r>
            <a:r>
              <a:rPr lang="en-US" sz="1800" b="1" dirty="0">
                <a:latin typeface="Consolas"/>
              </a:rPr>
              <a:t>all-MiniLM-L6-v2</a:t>
            </a:r>
            <a:r>
              <a:rPr lang="en-US" sz="1800" dirty="0"/>
              <a:t> for converting recipe documents and user queries into semantic embeddings.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FAISS</a:t>
            </a:r>
            <a:r>
              <a:rPr lang="en-US" sz="1800" dirty="0"/>
              <a:t> – For storing embeddings and performing fast </a:t>
            </a:r>
            <a:r>
              <a:rPr lang="en-US" sz="1800" b="1" dirty="0"/>
              <a:t>semantic similarity search</a:t>
            </a:r>
            <a:r>
              <a:rPr lang="en-US" sz="1800" dirty="0"/>
              <a:t> over recipe documents.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RAG (Retrieval-Augmented Generation)</a:t>
            </a:r>
            <a:r>
              <a:rPr lang="en-US" sz="1800" dirty="0"/>
              <a:t> – To retrieve relevant recipe information first and then generate grounded, personalized answers.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err="1"/>
              <a:t>PyPDF</a:t>
            </a:r>
            <a:r>
              <a:rPr lang="en-US" sz="1800" dirty="0"/>
              <a:t> – For extracting recipe content from uploaded PDF documents</a:t>
            </a:r>
            <a:endParaRPr lang="en-US" dirty="0"/>
          </a:p>
          <a:p>
            <a:r>
              <a:rPr lang="en-US" sz="1800" dirty="0"/>
              <a:t>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Python-</a:t>
            </a:r>
            <a:r>
              <a:rPr lang="en-US" sz="1800" b="1" dirty="0" err="1"/>
              <a:t>dotenv</a:t>
            </a:r>
            <a:r>
              <a:rPr lang="en-US" sz="1800" dirty="0"/>
              <a:t> – For securely loading the </a:t>
            </a:r>
            <a:r>
              <a:rPr lang="en-US" sz="1800" b="1" dirty="0" err="1"/>
              <a:t>Groq</a:t>
            </a:r>
            <a:r>
              <a:rPr lang="en-US" sz="1800" b="1" dirty="0"/>
              <a:t> API key</a:t>
            </a:r>
            <a:r>
              <a:rPr lang="en-US" sz="1800" dirty="0"/>
              <a:t> from the </a:t>
            </a:r>
            <a:r>
              <a:rPr lang="en-US" sz="1800" dirty="0">
                <a:latin typeface="Consolas"/>
              </a:rPr>
              <a:t>.env</a:t>
            </a:r>
            <a:r>
              <a:rPr lang="en-US" sz="1800" dirty="0"/>
              <a:t> environment file.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Git &amp; GitHub</a:t>
            </a:r>
            <a:r>
              <a:rPr lang="en-US" sz="1800" dirty="0"/>
              <a:t> – For version control and project source-code management.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61863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AutoNum type="arabicPeriod"/>
            </a:pPr>
            <a:r>
              <a:rPr lang="en-US" sz="1800" dirty="0" err="1"/>
              <a:t>sample_data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rag_utils.py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llm_utils.py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README.md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.</a:t>
            </a:r>
            <a:r>
              <a:rPr lang="en-US" sz="1800" dirty="0" err="1"/>
              <a:t>env.example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38907-89DE-28F7-316F-44E7DAB93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5" y="2017474"/>
            <a:ext cx="7868367" cy="4198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250700" y="202996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76785"/>
            <a:ext cx="9217740" cy="450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251" y="400546"/>
            <a:ext cx="7207563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Agentic AI</a:t>
            </a:r>
            <a:r>
              <a:rPr lang="en-US" dirty="0"/>
              <a:t> enables the Recipe RAG Assistant to function as an intelligent, context-aware system rather than a simple chatbot. It combines </a:t>
            </a:r>
            <a:r>
              <a:rPr lang="en-US" b="1" dirty="0"/>
              <a:t>RAG, FAISS, Sentence Transformers, and </a:t>
            </a:r>
            <a:r>
              <a:rPr lang="en-US" b="1" dirty="0" err="1"/>
              <a:t>Groq</a:t>
            </a:r>
            <a:r>
              <a:rPr lang="en-US" b="1" dirty="0"/>
              <a:t> LLM</a:t>
            </a:r>
            <a:r>
              <a:rPr lang="en-US" dirty="0"/>
              <a:t> to provide personalized recipe guidance.</a:t>
            </a:r>
          </a:p>
          <a:p>
            <a:r>
              <a:rPr lang="en-US" dirty="0"/>
              <a:t>The system retrieves relevant recipe information from </a:t>
            </a:r>
            <a:r>
              <a:rPr lang="en-US" b="1" dirty="0"/>
              <a:t>PDF, TXT, and preloaded recipe documents</a:t>
            </a:r>
            <a:r>
              <a:rPr lang="en-US" dirty="0"/>
              <a:t> using semantic search. </a:t>
            </a:r>
            <a:r>
              <a:rPr lang="en-US" b="1" dirty="0"/>
              <a:t>Sentence Transformers</a:t>
            </a:r>
            <a:r>
              <a:rPr lang="en-US" dirty="0"/>
              <a:t> generate embeddings, while </a:t>
            </a:r>
            <a:r>
              <a:rPr lang="en-US" b="1" dirty="0"/>
              <a:t>FAISS</a:t>
            </a:r>
            <a:r>
              <a:rPr lang="en-US" dirty="0"/>
              <a:t> identifies the most relevant recipe content for the user's query.</a:t>
            </a:r>
          </a:p>
          <a:p>
            <a:r>
              <a:rPr lang="en-US" dirty="0"/>
              <a:t>The assistant also considers user preferences such as </a:t>
            </a:r>
            <a:r>
              <a:rPr lang="en-US" b="1" dirty="0"/>
              <a:t>dietary restrictions, available ingredients, cuisine preferences, and maximum cooking time</a:t>
            </a:r>
            <a:r>
              <a:rPr lang="en-US" dirty="0"/>
              <a:t> to generate tailored recommendations.</a:t>
            </a:r>
          </a:p>
          <a:p>
            <a:r>
              <a:rPr lang="en-US" dirty="0"/>
              <a:t>It provides multiple useful outputs including </a:t>
            </a:r>
            <a:r>
              <a:rPr lang="en-US" b="1" dirty="0"/>
              <a:t>step-by-step recipes, ingredient substitutions, estimated nutrition information, shopping lists, and recipe sources</a:t>
            </a:r>
            <a:r>
              <a:rPr lang="en-US" dirty="0"/>
              <a:t>.</a:t>
            </a:r>
          </a:p>
          <a:p>
            <a:r>
              <a:rPr lang="en-US" dirty="0"/>
              <a:t>The system supports </a:t>
            </a:r>
            <a:r>
              <a:rPr lang="en-US" b="1" dirty="0"/>
              <a:t>conversational interaction</a:t>
            </a:r>
            <a:r>
              <a:rPr lang="en-US" dirty="0"/>
              <a:t>, allowing users to ask follow-up questions and receive responses based on retrieved recipe context.</a:t>
            </a:r>
          </a:p>
          <a:p>
            <a:r>
              <a:rPr lang="en-US" dirty="0"/>
              <a:t>Overall, the use of </a:t>
            </a:r>
            <a:r>
              <a:rPr lang="en-US" b="1" dirty="0"/>
              <a:t>RAG and AI-driven personalization</a:t>
            </a:r>
            <a:r>
              <a:rPr lang="en-US" dirty="0"/>
              <a:t> makes the Recipe RAG Assistant a practical and intelligent cooking companion that helps users discover and prepare recipes according to their individual needs.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7" y="885593"/>
            <a:ext cx="10664447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112" y="1004536"/>
            <a:ext cx="8936619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93" y="827902"/>
            <a:ext cx="10583014" cy="588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008679"/>
            <a:ext cx="11301984" cy="61247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har char="•"/>
            </a:pPr>
            <a:r>
              <a:rPr lang="en-IN" sz="1800" b="1" dirty="0"/>
              <a:t>RAG-Based Recipe Assistance</a:t>
            </a:r>
            <a:r>
              <a:rPr lang="en-IN" sz="1800" dirty="0"/>
              <a:t> – Uses </a:t>
            </a:r>
            <a:r>
              <a:rPr lang="en-IN" sz="1800" b="1" dirty="0"/>
              <a:t>FAISS and Sentence Transformers</a:t>
            </a:r>
            <a:r>
              <a:rPr lang="en-IN" sz="1800" dirty="0"/>
              <a:t> to retrieve relevant recipe information before generating responses. </a:t>
            </a:r>
            <a:endParaRPr lang="en-US" dirty="0"/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b="1" dirty="0"/>
              <a:t>Personalized Recipe Recommendations</a:t>
            </a:r>
            <a:r>
              <a:rPr lang="en-IN" sz="1800" dirty="0"/>
              <a:t> – Considers </a:t>
            </a:r>
            <a:r>
              <a:rPr lang="en-IN" sz="1800" b="1" dirty="0"/>
              <a:t>dietary restrictions, available ingredients, cuisine preferences, and cooking-time limits</a:t>
            </a:r>
            <a:r>
              <a:rPr lang="en-IN" sz="1800" dirty="0"/>
              <a:t>.</a:t>
            </a:r>
            <a:endParaRPr lang="en-IN" dirty="0"/>
          </a:p>
          <a:p>
            <a:pPr marL="285750" indent="-285750">
              <a:buChar char="•"/>
            </a:pPr>
            <a:endParaRPr lang="en-IN"/>
          </a:p>
          <a:p>
            <a:pPr marL="285750" indent="-285750">
              <a:buChar char="•"/>
            </a:pPr>
            <a:r>
              <a:rPr lang="en-IN" sz="1800" b="1" dirty="0"/>
              <a:t>Multi-Source Recipe Support</a:t>
            </a:r>
            <a:r>
              <a:rPr lang="en-IN" sz="1800" dirty="0"/>
              <a:t> – Works with </a:t>
            </a:r>
            <a:r>
              <a:rPr lang="en-IN" sz="1800" b="1" dirty="0"/>
              <a:t>PDF, TXT, and preloaded recipe documents</a:t>
            </a:r>
            <a:r>
              <a:rPr lang="en-IN" sz="1800" dirty="0"/>
              <a:t>. </a:t>
            </a:r>
            <a:endParaRPr lang="en-IN" dirty="0"/>
          </a:p>
          <a:p>
            <a:pPr marL="285750" indent="-285750">
              <a:buChar char="•"/>
            </a:pPr>
            <a:r>
              <a:rPr lang="en-IN" sz="1800" b="1" dirty="0"/>
              <a:t>Smart Ingredient Substitution</a:t>
            </a:r>
            <a:r>
              <a:rPr lang="en-IN" sz="1800" dirty="0"/>
              <a:t> – Suggests suitable alternatives when required ingredients are unavailable. </a:t>
            </a:r>
            <a:endParaRPr lang="en-IN" dirty="0"/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b="1" dirty="0"/>
              <a:t>Integrated Nutrition Insights</a:t>
            </a:r>
            <a:r>
              <a:rPr lang="en-IN" sz="1800" dirty="0"/>
              <a:t> – Provides </a:t>
            </a:r>
            <a:r>
              <a:rPr lang="en-IN" sz="1800" b="1" dirty="0"/>
              <a:t>estimated calories and nutritional information</a:t>
            </a:r>
            <a:r>
              <a:rPr lang="en-IN" sz="1800" dirty="0"/>
              <a:t> along with recipes. </a:t>
            </a:r>
            <a:endParaRPr lang="en-IN" dirty="0"/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b="1" dirty="0"/>
              <a:t>Automatic Shopping List</a:t>
            </a:r>
            <a:r>
              <a:rPr lang="en-IN" sz="1800" dirty="0"/>
              <a:t> – Identifies unavailable ingredients and generates a </a:t>
            </a:r>
            <a:r>
              <a:rPr lang="en-IN" sz="1800" b="1" dirty="0"/>
              <a:t>personalized shopping list</a:t>
            </a:r>
            <a:r>
              <a:rPr lang="en-IN" sz="1800" dirty="0"/>
              <a:t>. </a:t>
            </a:r>
            <a:endParaRPr lang="en-IN" dirty="0"/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b="1" dirty="0"/>
              <a:t>Source Transparency</a:t>
            </a:r>
            <a:r>
              <a:rPr lang="en-IN" sz="1800" dirty="0"/>
              <a:t> – Displays the </a:t>
            </a:r>
            <a:r>
              <a:rPr lang="en-IN" sz="1800" b="1" dirty="0"/>
              <a:t>recipe sources used</a:t>
            </a:r>
            <a:r>
              <a:rPr lang="en-IN" sz="1800" dirty="0"/>
              <a:t> to provide more trustworthy and traceable answers. </a:t>
            </a:r>
            <a:endParaRPr lang="en-IN" dirty="0"/>
          </a:p>
          <a:p>
            <a:pPr marL="285750" indent="-285750">
              <a:buChar char="•"/>
            </a:pPr>
            <a:endParaRPr lang="en-IN" sz="1800" dirty="0"/>
          </a:p>
          <a:p>
            <a:pPr marL="285750" indent="-285750">
              <a:buChar char="•"/>
            </a:pPr>
            <a:r>
              <a:rPr lang="en-IN" sz="1800" b="1" dirty="0"/>
              <a:t>Conversational Cooking Assistant</a:t>
            </a:r>
            <a:r>
              <a:rPr lang="en-IN" sz="1800" dirty="0"/>
              <a:t> – Allows users to ask follow-up questions and receive </a:t>
            </a:r>
            <a:r>
              <a:rPr lang="en-IN" sz="1800" b="1" dirty="0"/>
              <a:t>context-aware cooking guidance</a:t>
            </a:r>
            <a:r>
              <a:rPr lang="en-IN" sz="1800" dirty="0"/>
              <a:t>.</a:t>
            </a:r>
            <a:endParaRPr lang="en-US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https://github.com/SpandanaRB/recipe-rag-assistant?utm_source=chatgpt.com</a:t>
            </a:r>
            <a:endParaRPr lang="en-US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1.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 Personalized Recipe Recommendations 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–</a:t>
            </a:r>
            <a:endParaRPr lang="en-US" dirty="0"/>
          </a:p>
          <a:p>
            <a:r>
              <a:rPr lang="en-US" sz="1850" b="0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The system can 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provide personalized recipe recommendations based on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dietary</a:t>
            </a:r>
            <a:endParaRPr lang="en-US" sz="1850" dirty="0">
              <a:solidFill>
                <a:srgbClr val="2B3541"/>
              </a:solidFill>
              <a:ea typeface="Times New Roman"/>
            </a:endParaRPr>
          </a:p>
          <a:p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restrictions, available ingredients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,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cuisine preferences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, and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cooking-time constraints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. This will help users quickly find suitable recipes without manually searching  through multiple sources or adapting recipes themselves</a:t>
            </a:r>
            <a:r>
              <a:rPr lang="en-US" sz="1850" b="0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.</a:t>
            </a:r>
            <a:endParaRPr lang="en-US" sz="1850" dirty="0">
              <a:solidFill>
                <a:srgbClr val="2B3541"/>
              </a:solidFill>
            </a:endParaRPr>
          </a:p>
          <a:p>
            <a:endParaRPr lang="en-US" sz="1850" dirty="0">
              <a:solidFill>
                <a:srgbClr val="2B3541"/>
              </a:solidFill>
              <a:ea typeface="Times New Roman"/>
              <a:sym typeface="Times New Roman"/>
            </a:endParaRPr>
          </a:p>
          <a:p>
            <a:endParaRPr lang="en-US" sz="1850" dirty="0">
              <a:solidFill>
                <a:srgbClr val="2B3541"/>
              </a:solidFill>
              <a:ea typeface="Times New Roman"/>
            </a:endParaRPr>
          </a:p>
          <a:p>
            <a:endParaRPr lang="en-US" sz="1850" dirty="0">
              <a:solidFill>
                <a:srgbClr val="2B3541"/>
              </a:solidFill>
              <a:ea typeface="Times New Roman"/>
            </a:endParaRPr>
          </a:p>
          <a:p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2. Intelligent Recipe Information 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&amp;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Guidance 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–</a:t>
            </a:r>
            <a:endParaRPr lang="en-US" sz="1850" b="1" dirty="0">
              <a:solidFill>
                <a:srgbClr val="2B3541"/>
              </a:solidFill>
            </a:endParaRPr>
          </a:p>
          <a:p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The system can use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RAG-based retrieval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 to provide relevant recipe information from PDF, TXT, </a:t>
            </a:r>
            <a:r>
              <a:rPr lang="en-US" sz="1850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and 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preloaded recipe documents. It </a:t>
            </a:r>
            <a:r>
              <a:rPr lang="en-US" sz="1850" b="0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can 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also offer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ingredient substitutions, nutrition insights, shopping lists</a:t>
            </a:r>
            <a:r>
              <a:rPr lang="en-US" sz="1850" b="1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, and </a:t>
            </a:r>
            <a:r>
              <a:rPr lang="en-US" sz="1850" b="1" dirty="0">
                <a:solidFill>
                  <a:srgbClr val="2B3541"/>
                </a:solidFill>
                <a:ea typeface="Times New Roman"/>
                <a:sym typeface="Times New Roman"/>
              </a:rPr>
              <a:t>conversational cooking guidance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 based on the user’s requirements</a:t>
            </a:r>
            <a:r>
              <a:rPr lang="en-US" sz="1850" b="0" i="0" u="none" strike="noStrike" cap="none" dirty="0">
                <a:solidFill>
                  <a:srgbClr val="2B3541"/>
                </a:solidFill>
                <a:ea typeface="Times New Roman"/>
                <a:sym typeface="Times New Roman"/>
              </a:rPr>
              <a:t>.</a:t>
            </a:r>
            <a:endParaRPr lang="en-US" sz="1850" dirty="0">
              <a:solidFill>
                <a:srgbClr val="2B3541"/>
              </a:solidFill>
              <a:ea typeface="Times New Roman"/>
            </a:endParaRPr>
          </a:p>
          <a:p>
            <a:pPr>
              <a:lnSpc>
                <a:spcPct val="162162"/>
              </a:lnSpc>
              <a:buSzPts val="1850"/>
              <a:buFont typeface="Times New Roman"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8C341-1F2F-9B6F-593F-2917E7E2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21" y="1487184"/>
            <a:ext cx="5879842" cy="4517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6" r="2296"/>
          <a:stretch>
            <a:fillRect/>
          </a:stretch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revision>115</cp:revision>
  <dcterms:created xsi:type="dcterms:W3CDTF">2025-07-08T05:06:56Z</dcterms:created>
  <dcterms:modified xsi:type="dcterms:W3CDTF">2026-09-23T17:43:56Z</dcterms:modified>
</cp:coreProperties>
</file>